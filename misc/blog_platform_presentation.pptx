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3EAB379-B03D-41D8-BD76-04FDC20AEFF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9024E2D-CBAF-4A9F-B0C6-1D8C4AFE552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479FEEE-1358-480D-916E-31C485F6631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D01233B5-C8CC-40AF-9016-197D346330A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AFF73EFB-C6E0-4B86-AD76-1FB5FF42D88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08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3520" y="1600200"/>
            <a:ext cx="401508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22782D1B-4BBB-460B-9B29-178D02AEABF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FF03BB26-B506-4B3D-A2D3-D20123526F1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FFE82BA5-A4E4-4A09-972D-8EA9CB1E361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FFA6D470-225F-45E4-8BFB-6CB4C28D2D4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42629051-5F74-4C5F-9D55-ABBE4539E50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50555E6C-5396-4E28-815E-5A745A44A39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00F315E-42C1-4970-A586-0D001B9723E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FA117B2-E9B9-41ED-9848-63C5298A229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198BA50-453C-448F-AEB3-CB25782A5CE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95B5DE5-405A-48F2-8CBA-AB83574299B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432FD47-3AF2-4010-AD3C-1A39CE1488A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08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673880" y="1600200"/>
            <a:ext cx="401508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6FB0B34-A78C-43A3-B483-B8AEC899F99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B7E23F0-DDB7-4DF7-9E49-061B1559034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114D01B-A482-4097-B6CB-555E3626FCF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5CBEEE1-1C19-422C-8C5F-B06C8048547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BF0FD09-9597-41E2-AECE-166D679B526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BC7C291-EF41-436C-B60D-6DFEE8BFD07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560" y="1502280"/>
            <a:ext cx="7770960" cy="146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003366"/>
                </a:solidFill>
                <a:latin typeface="Calibri"/>
              </a:rPr>
              <a:t>Blog Platform with AI Content Moderation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Box 3"/>
          <p:cNvSpPr/>
          <p:nvPr/>
        </p:nvSpPr>
        <p:spPr>
          <a:xfrm>
            <a:off x="914400" y="3657600"/>
            <a:ext cx="7313760" cy="18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Developed by Swaan Maharjan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A Django-based web application with AI-driven content moderation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December 2025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003366"/>
                </a:solidFill>
                <a:latin typeface="Calibri"/>
              </a:rPr>
              <a:t>Project Overview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Box 3"/>
          <p:cNvSpPr/>
          <p:nvPr/>
        </p:nvSpPr>
        <p:spPr>
          <a:xfrm>
            <a:off x="914400" y="1371600"/>
            <a:ext cx="7313760" cy="224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A blog platform enabling users to create, view, and manage posts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Features AI-powered content moderation to flag inappropriate content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Built with Django, Bootstrap, and Python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Focus on user experience, security, and scalability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003366"/>
                </a:solidFill>
                <a:latin typeface="Calibri"/>
              </a:rPr>
              <a:t>Problem Statement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Box 3"/>
          <p:cNvSpPr/>
          <p:nvPr/>
        </p:nvSpPr>
        <p:spPr>
          <a:xfrm>
            <a:off x="914400" y="1371600"/>
            <a:ext cx="731376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Implementing ai content moderation system for autonomous moderation.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Implementing collaborative recommendation system using cosine similarity algorithm.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Implementing slug uniqueness handling to avoid repeating titles.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-22752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Class Diagram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6" name="" descr=""/>
          <p:cNvPicPr/>
          <p:nvPr/>
        </p:nvPicPr>
        <p:blipFill>
          <a:blip r:embed="rId1"/>
          <a:stretch/>
        </p:blipFill>
        <p:spPr>
          <a:xfrm>
            <a:off x="1329480" y="914400"/>
            <a:ext cx="5764680" cy="5972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003366"/>
                </a:solidFill>
                <a:latin typeface="Calibri"/>
              </a:rPr>
              <a:t>Content Moderation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Box 3"/>
          <p:cNvSpPr/>
          <p:nvPr/>
        </p:nvSpPr>
        <p:spPr>
          <a:xfrm>
            <a:off x="914400" y="1371600"/>
            <a:ext cx="7313760" cy="196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OpenAI based content moderation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Flagging system with confidence scores (e.g., 0.9)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Custom moderation dashboard (/admin/moderation/)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Stores flagged content with reasons and user details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20680"/>
            <a:ext cx="8228160" cy="124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Collaborative Filtering using Cosine Similarity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685800" y="2023200"/>
            <a:ext cx="7315560" cy="231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User Similarity Calculation (using Cosine Similarity): Each user's ratings are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treated as a vector in an n-dimensional space (where n is the number of items).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Cosine similarity then measures the cosine of the angle between two users' vectors.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The formula for cosine similarity between two users, u and v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, across common items Iuv,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1" name="" descr=""/>
          <p:cNvPicPr/>
          <p:nvPr/>
        </p:nvPicPr>
        <p:blipFill>
          <a:blip r:embed="rId1"/>
          <a:stretch/>
        </p:blipFill>
        <p:spPr>
          <a:xfrm>
            <a:off x="2134440" y="4343040"/>
            <a:ext cx="4037760" cy="813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8280" y="-22752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Slug uniqueness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995400" y="685800"/>
            <a:ext cx="7315200" cy="59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The base slug is generated by the folowing code 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base_slug = normalize_and_slugify(title)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max_length = 60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if len(base_slug) &gt; max_length: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base_slug = truncate_to_last_word_boundary(base_slug, max_length)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then the following code is used for uniqueness verification loop: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candidate_slug = base_slug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counter = 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while slug_exists_in_database(candidate_slug) do: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if updating_existing_post and candidate_slug == post.current_slug: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return candidate_slug # Allow post to keep its own slug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suffix = "-" + str(counter)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if length(base_slug) + length(suffix) &gt; max_length: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# Truncate base to fit suffix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truncated = base_slug[0:(max_length - length(suffix))]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truncated = remove_trailing_hyphen(truncated)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candidate_slug = truncated + suffix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else: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candidate_slug = base_slug + suffix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counter = counter + 1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return candidate_slug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003366"/>
                </a:solidFill>
                <a:latin typeface="Calibri"/>
              </a:rPr>
              <a:t>Lessons Learned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Box 3"/>
          <p:cNvSpPr/>
          <p:nvPr/>
        </p:nvSpPr>
        <p:spPr>
          <a:xfrm>
            <a:off x="914400" y="1371600"/>
            <a:ext cx="7313760" cy="264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Importance of precise implementation of OpenAI moderation API for moderation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Need for thorough URL pattern validation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Effective use of Django forms and widgets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Value of responsive design for user accessibility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Git best practices for managing project size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003366"/>
                </a:solidFill>
                <a:latin typeface="Calibri"/>
              </a:rPr>
              <a:t>Conclusion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Box 3"/>
          <p:cNvSpPr/>
          <p:nvPr/>
        </p:nvSpPr>
        <p:spPr>
          <a:xfrm>
            <a:off x="914400" y="1371600"/>
            <a:ext cx="7313760" cy="237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A robust blog platform with AI moderation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Enhanced user experience and admin functionality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Scalable foundation for future features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Ready for further development and deployment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Thank you for your attention!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2025-12-16T08:34:20Z</dcterms:modified>
  <cp:revision>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